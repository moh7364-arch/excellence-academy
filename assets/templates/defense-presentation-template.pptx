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0F172A"/>
                </a:solidFill>
              </a:rPr>
              <a:t>عنوان العرض الأكاديمي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200">
                <a:solidFill>
                  <a:srgbClr val="334155"/>
                </a:solidFill>
              </a:defRPr>
            </a:pPr>
            <a:r>
              <a:t>• نقطة رئيسية قابلة للتعديل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دليل أو نتيجة مختصرة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ملاحظة منهجية أو توصية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0F172A"/>
                </a:solidFill>
              </a:rPr>
              <a:t>مشكلة الدراسة وأهدافها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200">
                <a:solidFill>
                  <a:srgbClr val="334155"/>
                </a:solidFill>
              </a:defRPr>
            </a:pPr>
            <a:r>
              <a:t>• نقطة رئيسية قابلة للتعديل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دليل أو نتيجة مختصرة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ملاحظة منهجية أو توصية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0F172A"/>
                </a:solidFill>
              </a:rPr>
              <a:t>المنهجية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200">
                <a:solidFill>
                  <a:srgbClr val="334155"/>
                </a:solidFill>
              </a:defRPr>
            </a:pPr>
            <a:r>
              <a:t>• نقطة رئيسية قابلة للتعديل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دليل أو نتيجة مختصرة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ملاحظة منهجية أو توصية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0F172A"/>
                </a:solidFill>
              </a:rPr>
              <a:t>النتائج الرئيسة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200">
                <a:solidFill>
                  <a:srgbClr val="334155"/>
                </a:solidFill>
              </a:defRPr>
            </a:pPr>
            <a:r>
              <a:t>• نقطة رئيسية قابلة للتعديل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دليل أو نتيجة مختصرة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ملاحظة منهجية أو توصية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0F172A"/>
                </a:solidFill>
              </a:rPr>
              <a:t>الخاتمة والتوصيات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200">
                <a:solidFill>
                  <a:srgbClr val="334155"/>
                </a:solidFill>
              </a:defRPr>
            </a:pPr>
            <a:r>
              <a:t>• نقطة رئيسية قابلة للتعديل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دليل أو نتيجة مختصرة</a:t>
            </a:r>
          </a:p>
          <a:p>
            <a:pPr algn="r">
              <a:defRPr sz="2200">
                <a:solidFill>
                  <a:srgbClr val="334155"/>
                </a:solidFill>
              </a:defRPr>
            </a:pPr>
            <a:r>
              <a:t>• ملاحظة منهجية أو توصية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